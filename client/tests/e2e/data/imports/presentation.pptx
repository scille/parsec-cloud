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44-42E3-BAE4-9D939FF23A65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44-42E3-BAE4-9D939FF23A65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44-42E3-BAE4-9D939FF23A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8138319"/>
        <c:axId val="1238532175"/>
      </c:barChart>
      <c:catAx>
        <c:axId val="130813831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8532175"/>
        <c:crosses val="autoZero"/>
        <c:auto val="1"/>
        <c:lblAlgn val="ctr"/>
        <c:lblOffset val="100"/>
        <c:noMultiLvlLbl val="0"/>
      </c:catAx>
      <c:valAx>
        <c:axId val="12385321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08138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48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24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770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9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29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6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91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378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6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9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7755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726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7202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02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275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719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00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0D0BD-5E7C-B774-C62D-49844710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6434" y="1154468"/>
            <a:ext cx="6119131" cy="2138400"/>
          </a:xfrm>
        </p:spPr>
        <p:txBody>
          <a:bodyPr>
            <a:normAutofit/>
          </a:bodyPr>
          <a:lstStyle/>
          <a:p>
            <a:pPr algn="ctr"/>
            <a:r>
              <a:rPr lang="es-CO" dirty="0" err="1"/>
              <a:t>Sample</a:t>
            </a:r>
            <a:r>
              <a:rPr lang="es-CO" dirty="0"/>
              <a:t> </a:t>
            </a:r>
            <a:r>
              <a:rPr lang="es-CO" dirty="0" err="1"/>
              <a:t>Presentation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28229F-BE7D-FE88-590F-68E71FB9C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3048" y="3676485"/>
            <a:ext cx="6125372" cy="1655762"/>
          </a:xfrm>
        </p:spPr>
        <p:txBody>
          <a:bodyPr>
            <a:normAutofit/>
          </a:bodyPr>
          <a:lstStyle/>
          <a:p>
            <a:pPr algn="ctr"/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72364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77ADB-5027-2473-A8C0-6171B39B3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7292FD-C9BF-E09D-56E7-E6B7349BC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3091976"/>
            <a:ext cx="8596668" cy="157096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ut,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 ornare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bibendum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Vestibulum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molestie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quis.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Maecenas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quam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convallis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potenti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Duis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gravida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lobortis</a:t>
            </a:r>
            <a:r>
              <a:rPr lang="es-CO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54216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285C2-5C89-91D6-3080-F05FFA2D81A6}"/>
              </a:ext>
            </a:extLst>
          </p:cNvPr>
          <p:cNvSpPr txBox="1">
            <a:spLocks/>
          </p:cNvSpPr>
          <p:nvPr/>
        </p:nvSpPr>
        <p:spPr>
          <a:xfrm>
            <a:off x="677335" y="609600"/>
            <a:ext cx="8596668" cy="878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0"/>
              </a:spcBef>
              <a:buNone/>
              <a:defRPr sz="4400" b="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s-CO" dirty="0" err="1"/>
              <a:t>Aliquam</a:t>
            </a:r>
            <a:r>
              <a:rPr lang="es-CO" dirty="0"/>
              <a:t> quis </a:t>
            </a:r>
            <a:r>
              <a:rPr lang="es-CO" dirty="0" err="1"/>
              <a:t>elit</a:t>
            </a:r>
            <a:r>
              <a:rPr lang="es-CO" dirty="0"/>
              <a:t> </a:t>
            </a:r>
            <a:r>
              <a:rPr lang="es-CO" dirty="0" err="1"/>
              <a:t>ligula</a:t>
            </a:r>
            <a:r>
              <a:rPr lang="es-CO" dirty="0"/>
              <a:t>.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D97F94DE-E71B-0995-8696-B745BF4B17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675032"/>
              </p:ext>
            </p:extLst>
          </p:nvPr>
        </p:nvGraphicFramePr>
        <p:xfrm>
          <a:off x="802487" y="1702304"/>
          <a:ext cx="7126862" cy="4411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516733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88</Words>
  <Application>Microsoft Office PowerPoint</Application>
  <PresentationFormat>Panorámica</PresentationFormat>
  <Paragraphs>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Open Sans</vt:lpstr>
      <vt:lpstr>Trebuchet MS</vt:lpstr>
      <vt:lpstr>Wingdings 3</vt:lpstr>
      <vt:lpstr>Faceta</vt:lpstr>
      <vt:lpstr>Sample Presentation</vt:lpstr>
      <vt:lpstr>Lorem ipsum dolor sit amet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creator>Samples Files</dc:creator>
  <cp:lastModifiedBy>Jorge Hernando Duarte Alvarez</cp:lastModifiedBy>
  <cp:revision>5</cp:revision>
  <dcterms:created xsi:type="dcterms:W3CDTF">2023-12-14T01:34:23Z</dcterms:created>
  <dcterms:modified xsi:type="dcterms:W3CDTF">2023-12-14T01:44:17Z</dcterms:modified>
</cp:coreProperties>
</file>